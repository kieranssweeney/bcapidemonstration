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7" r:id="rId8"/>
    <p:sldId id="260" r:id="rId9"/>
    <p:sldId id="261" r:id="rId10"/>
    <p:sldId id="263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1B1F0F-ACED-7B65-FCF9-DDA56FDF9E77}" name="Brianna Sierra" initials="BS" userId="S::brianna@dynamicsusergroup.com::d7a06c09-ac69-423d-9f7d-3be874f58a8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325"/>
    <a:srgbClr val="57B535"/>
    <a:srgbClr val="B86010"/>
    <a:srgbClr val="E97A15"/>
    <a:srgbClr val="F1A966"/>
    <a:srgbClr val="D2A000"/>
    <a:srgbClr val="9C3C9A"/>
    <a:srgbClr val="F9ED4E"/>
    <a:srgbClr val="3B4598"/>
    <a:srgbClr val="42AB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8F5360-E2FC-4843-986E-A7CEBF84AC37}" v="33" dt="2026-04-18T01:27:48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2" d="100"/>
          <a:sy n="62" d="100"/>
        </p:scale>
        <p:origin x="80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eran Sweeney" userId="1320fe2854067dc6" providerId="LiveId" clId="{17DBF4F6-9E60-45D6-A7F5-F4B1B39C77BB}"/>
    <pc:docChg chg="undo custSel addSld delSld modSld">
      <pc:chgData name="Kieran Sweeney" userId="1320fe2854067dc6" providerId="LiveId" clId="{17DBF4F6-9E60-45D6-A7F5-F4B1B39C77BB}" dt="2026-04-18T01:28:21.616" v="2123" actId="47"/>
      <pc:docMkLst>
        <pc:docMk/>
      </pc:docMkLst>
      <pc:sldChg chg="modSp mod">
        <pc:chgData name="Kieran Sweeney" userId="1320fe2854067dc6" providerId="LiveId" clId="{17DBF4F6-9E60-45D6-A7F5-F4B1B39C77BB}" dt="2026-04-17T20:44:06.808" v="22" actId="20577"/>
        <pc:sldMkLst>
          <pc:docMk/>
          <pc:sldMk cId="1658029219" sldId="257"/>
        </pc:sldMkLst>
        <pc:spChg chg="mod">
          <ac:chgData name="Kieran Sweeney" userId="1320fe2854067dc6" providerId="LiveId" clId="{17DBF4F6-9E60-45D6-A7F5-F4B1B39C77BB}" dt="2026-04-17T20:44:06.808" v="22" actId="20577"/>
          <ac:spMkLst>
            <pc:docMk/>
            <pc:sldMk cId="1658029219" sldId="257"/>
            <ac:spMk id="2" creationId="{97C90374-3867-A37A-E0C6-95B5230A60F0}"/>
          </ac:spMkLst>
        </pc:spChg>
      </pc:sldChg>
      <pc:sldChg chg="addSp modSp mod">
        <pc:chgData name="Kieran Sweeney" userId="1320fe2854067dc6" providerId="LiveId" clId="{17DBF4F6-9E60-45D6-A7F5-F4B1B39C77BB}" dt="2026-04-18T01:24:56.788" v="1991" actId="1076"/>
        <pc:sldMkLst>
          <pc:docMk/>
          <pc:sldMk cId="3304577747" sldId="258"/>
        </pc:sldMkLst>
        <pc:spChg chg="mod">
          <ac:chgData name="Kieran Sweeney" userId="1320fe2854067dc6" providerId="LiveId" clId="{17DBF4F6-9E60-45D6-A7F5-F4B1B39C77BB}" dt="2026-04-18T00:57:46.616" v="1035" actId="20577"/>
          <ac:spMkLst>
            <pc:docMk/>
            <pc:sldMk cId="3304577747" sldId="258"/>
            <ac:spMk id="2" creationId="{88F08B8D-7C44-69C3-72CD-F98A57F405A7}"/>
          </ac:spMkLst>
        </pc:spChg>
        <pc:picChg chg="add mod">
          <ac:chgData name="Kieran Sweeney" userId="1320fe2854067dc6" providerId="LiveId" clId="{17DBF4F6-9E60-45D6-A7F5-F4B1B39C77BB}" dt="2026-04-18T00:52:45.336" v="966" actId="1076"/>
          <ac:picMkLst>
            <pc:docMk/>
            <pc:sldMk cId="3304577747" sldId="258"/>
            <ac:picMk id="4" creationId="{81352CAF-3C78-2E02-1C35-0DC4E02DCE2F}"/>
          </ac:picMkLst>
        </pc:picChg>
        <pc:picChg chg="add mod">
          <ac:chgData name="Kieran Sweeney" userId="1320fe2854067dc6" providerId="LiveId" clId="{17DBF4F6-9E60-45D6-A7F5-F4B1B39C77BB}" dt="2026-04-18T01:24:54.838" v="1990" actId="1076"/>
          <ac:picMkLst>
            <pc:docMk/>
            <pc:sldMk cId="3304577747" sldId="258"/>
            <ac:picMk id="5" creationId="{C97ACB75-26F5-1AEF-21AD-6D9EF30C5183}"/>
          </ac:picMkLst>
        </pc:picChg>
        <pc:picChg chg="add mod">
          <ac:chgData name="Kieran Sweeney" userId="1320fe2854067dc6" providerId="LiveId" clId="{17DBF4F6-9E60-45D6-A7F5-F4B1B39C77BB}" dt="2026-04-18T01:24:56.788" v="1991" actId="1076"/>
          <ac:picMkLst>
            <pc:docMk/>
            <pc:sldMk cId="3304577747" sldId="258"/>
            <ac:picMk id="6" creationId="{8674B67C-0DC4-FC0B-7DBB-FD9091A85540}"/>
          </ac:picMkLst>
        </pc:picChg>
      </pc:sldChg>
      <pc:sldChg chg="addSp delSp modSp mod modClrScheme chgLayout">
        <pc:chgData name="Kieran Sweeney" userId="1320fe2854067dc6" providerId="LiveId" clId="{17DBF4F6-9E60-45D6-A7F5-F4B1B39C77BB}" dt="2026-04-18T01:00:03.058" v="1206" actId="20577"/>
        <pc:sldMkLst>
          <pc:docMk/>
          <pc:sldMk cId="3210224330" sldId="260"/>
        </pc:sldMkLst>
        <pc:spChg chg="del">
          <ac:chgData name="Kieran Sweeney" userId="1320fe2854067dc6" providerId="LiveId" clId="{17DBF4F6-9E60-45D6-A7F5-F4B1B39C77BB}" dt="2026-04-17T20:51:30.320" v="413" actId="700"/>
          <ac:spMkLst>
            <pc:docMk/>
            <pc:sldMk cId="3210224330" sldId="260"/>
            <ac:spMk id="2" creationId="{DA0D7F54-D254-7A99-AB99-04CDC5D18BA4}"/>
          </ac:spMkLst>
        </pc:spChg>
        <pc:spChg chg="del mod ord">
          <ac:chgData name="Kieran Sweeney" userId="1320fe2854067dc6" providerId="LiveId" clId="{17DBF4F6-9E60-45D6-A7F5-F4B1B39C77BB}" dt="2026-04-17T20:51:30.320" v="413" actId="700"/>
          <ac:spMkLst>
            <pc:docMk/>
            <pc:sldMk cId="3210224330" sldId="260"/>
            <ac:spMk id="3" creationId="{80855D89-DEE3-64F9-79F2-07FA2C08098B}"/>
          </ac:spMkLst>
        </pc:spChg>
        <pc:spChg chg="del">
          <ac:chgData name="Kieran Sweeney" userId="1320fe2854067dc6" providerId="LiveId" clId="{17DBF4F6-9E60-45D6-A7F5-F4B1B39C77BB}" dt="2026-04-17T20:51:30.320" v="413" actId="700"/>
          <ac:spMkLst>
            <pc:docMk/>
            <pc:sldMk cId="3210224330" sldId="260"/>
            <ac:spMk id="4" creationId="{34BFCDF5-7B1D-F26B-FD4A-86BE1581EF14}"/>
          </ac:spMkLst>
        </pc:spChg>
        <pc:spChg chg="del mod ord">
          <ac:chgData name="Kieran Sweeney" userId="1320fe2854067dc6" providerId="LiveId" clId="{17DBF4F6-9E60-45D6-A7F5-F4B1B39C77BB}" dt="2026-04-17T20:51:30.320" v="413" actId="700"/>
          <ac:spMkLst>
            <pc:docMk/>
            <pc:sldMk cId="3210224330" sldId="260"/>
            <ac:spMk id="5" creationId="{2D8F5664-0D07-F868-D3FE-5D940845A40B}"/>
          </ac:spMkLst>
        </pc:spChg>
        <pc:spChg chg="add mod ord">
          <ac:chgData name="Kieran Sweeney" userId="1320fe2854067dc6" providerId="LiveId" clId="{17DBF4F6-9E60-45D6-A7F5-F4B1B39C77BB}" dt="2026-04-17T20:51:42.983" v="425" actId="20577"/>
          <ac:spMkLst>
            <pc:docMk/>
            <pc:sldMk cId="3210224330" sldId="260"/>
            <ac:spMk id="6" creationId="{DA30F406-F8F3-BE76-EE67-03AA69A15BF0}"/>
          </ac:spMkLst>
        </pc:spChg>
        <pc:spChg chg="add mod ord">
          <ac:chgData name="Kieran Sweeney" userId="1320fe2854067dc6" providerId="LiveId" clId="{17DBF4F6-9E60-45D6-A7F5-F4B1B39C77BB}" dt="2026-04-18T01:00:03.058" v="1206" actId="20577"/>
          <ac:spMkLst>
            <pc:docMk/>
            <pc:sldMk cId="3210224330" sldId="260"/>
            <ac:spMk id="7" creationId="{2DAAAECC-1E94-D407-4AB2-5A2641DD9FD3}"/>
          </ac:spMkLst>
        </pc:spChg>
        <pc:picChg chg="add mod">
          <ac:chgData name="Kieran Sweeney" userId="1320fe2854067dc6" providerId="LiveId" clId="{17DBF4F6-9E60-45D6-A7F5-F4B1B39C77BB}" dt="2026-04-17T20:51:39.892" v="417" actId="1076"/>
          <ac:picMkLst>
            <pc:docMk/>
            <pc:sldMk cId="3210224330" sldId="260"/>
            <ac:picMk id="8" creationId="{4F130CF4-7635-06AB-7CBC-30F694ECB69E}"/>
          </ac:picMkLst>
        </pc:picChg>
      </pc:sldChg>
      <pc:sldChg chg="addSp delSp modSp mod modClrScheme chgLayout">
        <pc:chgData name="Kieran Sweeney" userId="1320fe2854067dc6" providerId="LiveId" clId="{17DBF4F6-9E60-45D6-A7F5-F4B1B39C77BB}" dt="2026-04-18T01:05:54.689" v="1868" actId="20577"/>
        <pc:sldMkLst>
          <pc:docMk/>
          <pc:sldMk cId="2959234125" sldId="261"/>
        </pc:sldMkLst>
        <pc:spChg chg="mod ord">
          <ac:chgData name="Kieran Sweeney" userId="1320fe2854067dc6" providerId="LiveId" clId="{17DBF4F6-9E60-45D6-A7F5-F4B1B39C77BB}" dt="2026-04-17T20:56:09.136" v="766" actId="20577"/>
          <ac:spMkLst>
            <pc:docMk/>
            <pc:sldMk cId="2959234125" sldId="261"/>
            <ac:spMk id="2" creationId="{EE008127-FCB5-64FB-51EF-3FC19F52341D}"/>
          </ac:spMkLst>
        </pc:spChg>
        <pc:spChg chg="del">
          <ac:chgData name="Kieran Sweeney" userId="1320fe2854067dc6" providerId="LiveId" clId="{17DBF4F6-9E60-45D6-A7F5-F4B1B39C77BB}" dt="2026-04-17T20:55:18.108" v="718" actId="700"/>
          <ac:spMkLst>
            <pc:docMk/>
            <pc:sldMk cId="2959234125" sldId="261"/>
            <ac:spMk id="3" creationId="{FB355CC0-E04F-8507-35D3-72EDC768B25F}"/>
          </ac:spMkLst>
        </pc:spChg>
        <pc:spChg chg="del">
          <ac:chgData name="Kieran Sweeney" userId="1320fe2854067dc6" providerId="LiveId" clId="{17DBF4F6-9E60-45D6-A7F5-F4B1B39C77BB}" dt="2026-04-17T20:55:18.108" v="718" actId="700"/>
          <ac:spMkLst>
            <pc:docMk/>
            <pc:sldMk cId="2959234125" sldId="261"/>
            <ac:spMk id="4" creationId="{D621F375-71FD-5F7B-D6CB-C897CC13675C}"/>
          </ac:spMkLst>
        </pc:spChg>
        <pc:spChg chg="del">
          <ac:chgData name="Kieran Sweeney" userId="1320fe2854067dc6" providerId="LiveId" clId="{17DBF4F6-9E60-45D6-A7F5-F4B1B39C77BB}" dt="2026-04-17T20:55:18.108" v="718" actId="700"/>
          <ac:spMkLst>
            <pc:docMk/>
            <pc:sldMk cId="2959234125" sldId="261"/>
            <ac:spMk id="5" creationId="{ACC84663-04DB-2472-E891-9262B3664320}"/>
          </ac:spMkLst>
        </pc:spChg>
        <pc:spChg chg="add del mod ord">
          <ac:chgData name="Kieran Sweeney" userId="1320fe2854067dc6" providerId="LiveId" clId="{17DBF4F6-9E60-45D6-A7F5-F4B1B39C77BB}" dt="2026-04-17T20:55:36.406" v="719" actId="700"/>
          <ac:spMkLst>
            <pc:docMk/>
            <pc:sldMk cId="2959234125" sldId="261"/>
            <ac:spMk id="7" creationId="{8EAD2730-7515-BC52-118C-FE3775D73339}"/>
          </ac:spMkLst>
        </pc:spChg>
        <pc:spChg chg="add del mod ord">
          <ac:chgData name="Kieran Sweeney" userId="1320fe2854067dc6" providerId="LiveId" clId="{17DBF4F6-9E60-45D6-A7F5-F4B1B39C77BB}" dt="2026-04-17T20:55:36.406" v="719" actId="700"/>
          <ac:spMkLst>
            <pc:docMk/>
            <pc:sldMk cId="2959234125" sldId="261"/>
            <ac:spMk id="8" creationId="{7E648F1B-0F79-7CF8-71E4-B093F9901727}"/>
          </ac:spMkLst>
        </pc:spChg>
        <pc:spChg chg="add del mod ord">
          <ac:chgData name="Kieran Sweeney" userId="1320fe2854067dc6" providerId="LiveId" clId="{17DBF4F6-9E60-45D6-A7F5-F4B1B39C77BB}" dt="2026-04-17T20:55:36.406" v="719" actId="700"/>
          <ac:spMkLst>
            <pc:docMk/>
            <pc:sldMk cId="2959234125" sldId="261"/>
            <ac:spMk id="9" creationId="{A681A25F-FE9B-2D7E-B5E4-77FEF9F757DC}"/>
          </ac:spMkLst>
        </pc:spChg>
        <pc:spChg chg="add mod ord">
          <ac:chgData name="Kieran Sweeney" userId="1320fe2854067dc6" providerId="LiveId" clId="{17DBF4F6-9E60-45D6-A7F5-F4B1B39C77BB}" dt="2026-04-18T01:05:54.689" v="1868" actId="20577"/>
          <ac:spMkLst>
            <pc:docMk/>
            <pc:sldMk cId="2959234125" sldId="261"/>
            <ac:spMk id="10" creationId="{F5A521A3-5EBE-AC68-ADFC-AD39AED11537}"/>
          </ac:spMkLst>
        </pc:spChg>
        <pc:picChg chg="add mod">
          <ac:chgData name="Kieran Sweeney" userId="1320fe2854067dc6" providerId="LiveId" clId="{17DBF4F6-9E60-45D6-A7F5-F4B1B39C77BB}" dt="2026-04-17T20:55:10.308" v="717" actId="1076"/>
          <ac:picMkLst>
            <pc:docMk/>
            <pc:sldMk cId="2959234125" sldId="261"/>
            <ac:picMk id="6" creationId="{C04DF57A-4FC2-01B3-10A1-BA79C2A6C01B}"/>
          </ac:picMkLst>
        </pc:picChg>
      </pc:sldChg>
      <pc:sldChg chg="del">
        <pc:chgData name="Kieran Sweeney" userId="1320fe2854067dc6" providerId="LiveId" clId="{17DBF4F6-9E60-45D6-A7F5-F4B1B39C77BB}" dt="2026-04-18T00:52:36.410" v="965" actId="47"/>
        <pc:sldMkLst>
          <pc:docMk/>
          <pc:sldMk cId="2451404968" sldId="262"/>
        </pc:sldMkLst>
      </pc:sldChg>
      <pc:sldChg chg="addSp delSp modSp mod modClrScheme chgLayout">
        <pc:chgData name="Kieran Sweeney" userId="1320fe2854067dc6" providerId="LiveId" clId="{17DBF4F6-9E60-45D6-A7F5-F4B1B39C77BB}" dt="2026-04-18T01:03:32.186" v="1588" actId="113"/>
        <pc:sldMkLst>
          <pc:docMk/>
          <pc:sldMk cId="4135743325" sldId="263"/>
        </pc:sldMkLst>
        <pc:spChg chg="del mod ord">
          <ac:chgData name="Kieran Sweeney" userId="1320fe2854067dc6" providerId="LiveId" clId="{17DBF4F6-9E60-45D6-A7F5-F4B1B39C77BB}" dt="2026-04-18T00:53:11.858" v="967" actId="700"/>
          <ac:spMkLst>
            <pc:docMk/>
            <pc:sldMk cId="4135743325" sldId="263"/>
            <ac:spMk id="2" creationId="{3B4D3F10-E97B-C330-8583-453236BC1655}"/>
          </ac:spMkLst>
        </pc:spChg>
        <pc:spChg chg="del mod ord">
          <ac:chgData name="Kieran Sweeney" userId="1320fe2854067dc6" providerId="LiveId" clId="{17DBF4F6-9E60-45D6-A7F5-F4B1B39C77BB}" dt="2026-04-18T00:53:11.858" v="967" actId="700"/>
          <ac:spMkLst>
            <pc:docMk/>
            <pc:sldMk cId="4135743325" sldId="263"/>
            <ac:spMk id="3" creationId="{A8AD9C17-0BA7-81F5-D182-C68D4AEEF759}"/>
          </ac:spMkLst>
        </pc:spChg>
        <pc:spChg chg="del">
          <ac:chgData name="Kieran Sweeney" userId="1320fe2854067dc6" providerId="LiveId" clId="{17DBF4F6-9E60-45D6-A7F5-F4B1B39C77BB}" dt="2026-04-18T00:53:11.858" v="967" actId="700"/>
          <ac:spMkLst>
            <pc:docMk/>
            <pc:sldMk cId="4135743325" sldId="263"/>
            <ac:spMk id="4" creationId="{7FB28F41-36FA-21FC-6915-7F362AE3C8EB}"/>
          </ac:spMkLst>
        </pc:spChg>
        <pc:spChg chg="del">
          <ac:chgData name="Kieran Sweeney" userId="1320fe2854067dc6" providerId="LiveId" clId="{17DBF4F6-9E60-45D6-A7F5-F4B1B39C77BB}" dt="2026-04-18T00:53:11.858" v="967" actId="700"/>
          <ac:spMkLst>
            <pc:docMk/>
            <pc:sldMk cId="4135743325" sldId="263"/>
            <ac:spMk id="5" creationId="{F0960289-50C3-8B8D-AC16-2FACF42DA95C}"/>
          </ac:spMkLst>
        </pc:spChg>
        <pc:spChg chg="del">
          <ac:chgData name="Kieran Sweeney" userId="1320fe2854067dc6" providerId="LiveId" clId="{17DBF4F6-9E60-45D6-A7F5-F4B1B39C77BB}" dt="2026-04-18T00:53:11.858" v="967" actId="700"/>
          <ac:spMkLst>
            <pc:docMk/>
            <pc:sldMk cId="4135743325" sldId="263"/>
            <ac:spMk id="6" creationId="{DE384F64-3E77-4170-F0C3-5349CAD65B9C}"/>
          </ac:spMkLst>
        </pc:spChg>
        <pc:spChg chg="add mod ord">
          <ac:chgData name="Kieran Sweeney" userId="1320fe2854067dc6" providerId="LiveId" clId="{17DBF4F6-9E60-45D6-A7F5-F4B1B39C77BB}" dt="2026-04-18T00:57:12.035" v="1002" actId="6549"/>
          <ac:spMkLst>
            <pc:docMk/>
            <pc:sldMk cId="4135743325" sldId="263"/>
            <ac:spMk id="7" creationId="{13F7A869-E710-2267-08DC-C674EAFCE3AA}"/>
          </ac:spMkLst>
        </pc:spChg>
        <pc:spChg chg="add mod ord">
          <ac:chgData name="Kieran Sweeney" userId="1320fe2854067dc6" providerId="LiveId" clId="{17DBF4F6-9E60-45D6-A7F5-F4B1B39C77BB}" dt="2026-04-18T01:03:32.186" v="1588" actId="113"/>
          <ac:spMkLst>
            <pc:docMk/>
            <pc:sldMk cId="4135743325" sldId="263"/>
            <ac:spMk id="8" creationId="{FCF50E26-4B82-1BCC-C7B6-10BE182E7D68}"/>
          </ac:spMkLst>
        </pc:spChg>
        <pc:picChg chg="add mod">
          <ac:chgData name="Kieran Sweeney" userId="1320fe2854067dc6" providerId="LiveId" clId="{17DBF4F6-9E60-45D6-A7F5-F4B1B39C77BB}" dt="2026-04-18T01:00:32.048" v="1208" actId="1076"/>
          <ac:picMkLst>
            <pc:docMk/>
            <pc:sldMk cId="4135743325" sldId="263"/>
            <ac:picMk id="9" creationId="{CFA24FD0-3F9E-AF4E-A6A8-8DF40E3CB9E6}"/>
          </ac:picMkLst>
        </pc:picChg>
      </pc:sldChg>
      <pc:sldChg chg="del">
        <pc:chgData name="Kieran Sweeney" userId="1320fe2854067dc6" providerId="LiveId" clId="{17DBF4F6-9E60-45D6-A7F5-F4B1B39C77BB}" dt="2026-04-18T01:24:31.228" v="1985" actId="47"/>
        <pc:sldMkLst>
          <pc:docMk/>
          <pc:sldMk cId="893810580" sldId="264"/>
        </pc:sldMkLst>
      </pc:sldChg>
      <pc:sldChg chg="del">
        <pc:chgData name="Kieran Sweeney" userId="1320fe2854067dc6" providerId="LiveId" clId="{17DBF4F6-9E60-45D6-A7F5-F4B1B39C77BB}" dt="2026-04-18T01:28:18.618" v="2122" actId="47"/>
        <pc:sldMkLst>
          <pc:docMk/>
          <pc:sldMk cId="1099596732" sldId="265"/>
        </pc:sldMkLst>
      </pc:sldChg>
      <pc:sldChg chg="del">
        <pc:chgData name="Kieran Sweeney" userId="1320fe2854067dc6" providerId="LiveId" clId="{17DBF4F6-9E60-45D6-A7F5-F4B1B39C77BB}" dt="2026-04-18T01:28:21.616" v="2123" actId="47"/>
        <pc:sldMkLst>
          <pc:docMk/>
          <pc:sldMk cId="2532950751" sldId="266"/>
        </pc:sldMkLst>
      </pc:sldChg>
      <pc:sldChg chg="addSp modSp mod">
        <pc:chgData name="Kieran Sweeney" userId="1320fe2854067dc6" providerId="LiveId" clId="{17DBF4F6-9E60-45D6-A7F5-F4B1B39C77BB}" dt="2026-04-18T01:26:59.886" v="2113" actId="20577"/>
        <pc:sldMkLst>
          <pc:docMk/>
          <pc:sldMk cId="4128943928" sldId="267"/>
        </pc:sldMkLst>
        <pc:spChg chg="mod">
          <ac:chgData name="Kieran Sweeney" userId="1320fe2854067dc6" providerId="LiveId" clId="{17DBF4F6-9E60-45D6-A7F5-F4B1B39C77BB}" dt="2026-04-18T01:26:59.886" v="2113" actId="20577"/>
          <ac:spMkLst>
            <pc:docMk/>
            <pc:sldMk cId="4128943928" sldId="267"/>
            <ac:spMk id="30" creationId="{9BE2B6F7-FF95-065C-6180-A147FE62420F}"/>
          </ac:spMkLst>
        </pc:spChg>
        <pc:picChg chg="add mod">
          <ac:chgData name="Kieran Sweeney" userId="1320fe2854067dc6" providerId="LiveId" clId="{17DBF4F6-9E60-45D6-A7F5-F4B1B39C77BB}" dt="2026-04-17T20:51:49.224" v="426" actId="1076"/>
          <ac:picMkLst>
            <pc:docMk/>
            <pc:sldMk cId="4128943928" sldId="267"/>
            <ac:picMk id="2" creationId="{8F48FED0-15B0-15F6-73C6-BE59B164695C}"/>
          </ac:picMkLst>
        </pc:picChg>
      </pc:sldChg>
      <pc:sldChg chg="addSp delSp modSp add mod">
        <pc:chgData name="Kieran Sweeney" userId="1320fe2854067dc6" providerId="LiveId" clId="{17DBF4F6-9E60-45D6-A7F5-F4B1B39C77BB}" dt="2026-04-18T01:24:40.032" v="1987" actId="1076"/>
        <pc:sldMkLst>
          <pc:docMk/>
          <pc:sldMk cId="3661387977" sldId="268"/>
        </pc:sldMkLst>
        <pc:spChg chg="mod">
          <ac:chgData name="Kieran Sweeney" userId="1320fe2854067dc6" providerId="LiveId" clId="{17DBF4F6-9E60-45D6-A7F5-F4B1B39C77BB}" dt="2026-04-18T00:57:36.626" v="1025" actId="20577"/>
          <ac:spMkLst>
            <pc:docMk/>
            <pc:sldMk cId="3661387977" sldId="268"/>
            <ac:spMk id="7" creationId="{8216F8DE-A00F-B884-9B73-52835942803C}"/>
          </ac:spMkLst>
        </pc:spChg>
        <pc:spChg chg="mod">
          <ac:chgData name="Kieran Sweeney" userId="1320fe2854067dc6" providerId="LiveId" clId="{17DBF4F6-9E60-45D6-A7F5-F4B1B39C77BB}" dt="2026-04-18T01:05:09.893" v="1796" actId="113"/>
          <ac:spMkLst>
            <pc:docMk/>
            <pc:sldMk cId="3661387977" sldId="268"/>
            <ac:spMk id="8" creationId="{85646729-ED5B-C6A1-D5B5-791E88AD8AE5}"/>
          </ac:spMkLst>
        </pc:spChg>
        <pc:picChg chg="add del mod">
          <ac:chgData name="Kieran Sweeney" userId="1320fe2854067dc6" providerId="LiveId" clId="{17DBF4F6-9E60-45D6-A7F5-F4B1B39C77BB}" dt="2026-04-18T01:05:02.630" v="1793" actId="21"/>
          <ac:picMkLst>
            <pc:docMk/>
            <pc:sldMk cId="3661387977" sldId="268"/>
            <ac:picMk id="2" creationId="{2B4AFE37-AE10-8A39-52A2-8001A526048E}"/>
          </ac:picMkLst>
        </pc:picChg>
        <pc:picChg chg="add mod">
          <ac:chgData name="Kieran Sweeney" userId="1320fe2854067dc6" providerId="LiveId" clId="{17DBF4F6-9E60-45D6-A7F5-F4B1B39C77BB}" dt="2026-04-18T01:24:40.032" v="1987" actId="1076"/>
          <ac:picMkLst>
            <pc:docMk/>
            <pc:sldMk cId="3661387977" sldId="268"/>
            <ac:picMk id="3" creationId="{0DAC7B85-6740-CF6A-E68E-07E69DBD7CCA}"/>
          </ac:picMkLst>
        </pc:picChg>
      </pc:sldChg>
      <pc:sldChg chg="addSp modSp add mod">
        <pc:chgData name="Kieran Sweeney" userId="1320fe2854067dc6" providerId="LiveId" clId="{17DBF4F6-9E60-45D6-A7F5-F4B1B39C77BB}" dt="2026-04-18T01:28:12.723" v="2121" actId="1076"/>
        <pc:sldMkLst>
          <pc:docMk/>
          <pc:sldMk cId="1770024497" sldId="269"/>
        </pc:sldMkLst>
        <pc:spChg chg="mod">
          <ac:chgData name="Kieran Sweeney" userId="1320fe2854067dc6" providerId="LiveId" clId="{17DBF4F6-9E60-45D6-A7F5-F4B1B39C77BB}" dt="2026-04-18T01:24:18.984" v="1983" actId="20577"/>
          <ac:spMkLst>
            <pc:docMk/>
            <pc:sldMk cId="1770024497" sldId="269"/>
            <ac:spMk id="7" creationId="{F927C2F8-D2DD-CEC6-B86A-D03A24A218C4}"/>
          </ac:spMkLst>
        </pc:spChg>
        <pc:spChg chg="mod">
          <ac:chgData name="Kieran Sweeney" userId="1320fe2854067dc6" providerId="LiveId" clId="{17DBF4F6-9E60-45D6-A7F5-F4B1B39C77BB}" dt="2026-04-18T01:24:00.064" v="1960" actId="113"/>
          <ac:spMkLst>
            <pc:docMk/>
            <pc:sldMk cId="1770024497" sldId="269"/>
            <ac:spMk id="8" creationId="{C60C679C-5D04-4DAD-5D2B-853598662547}"/>
          </ac:spMkLst>
        </pc:spChg>
        <pc:picChg chg="add mod">
          <ac:chgData name="Kieran Sweeney" userId="1320fe2854067dc6" providerId="LiveId" clId="{17DBF4F6-9E60-45D6-A7F5-F4B1B39C77BB}" dt="2026-04-18T01:28:04.304" v="2120" actId="1076"/>
          <ac:picMkLst>
            <pc:docMk/>
            <pc:sldMk cId="1770024497" sldId="269"/>
            <ac:picMk id="3" creationId="{75DF885D-5883-021E-1638-50E6AF807E62}"/>
          </ac:picMkLst>
        </pc:picChg>
        <pc:picChg chg="add mod">
          <ac:chgData name="Kieran Sweeney" userId="1320fe2854067dc6" providerId="LiveId" clId="{17DBF4F6-9E60-45D6-A7F5-F4B1B39C77BB}" dt="2026-04-18T01:28:12.723" v="2121" actId="1076"/>
          <ac:picMkLst>
            <pc:docMk/>
            <pc:sldMk cId="1770024497" sldId="269"/>
            <ac:picMk id="4" creationId="{61B96D9F-E0EA-653B-ED0B-EFFE5FE6EEAC}"/>
          </ac:picMkLst>
        </pc:picChg>
      </pc:sldChg>
      <pc:sldChg chg="add del">
        <pc:chgData name="Kieran Sweeney" userId="1320fe2854067dc6" providerId="LiveId" clId="{17DBF4F6-9E60-45D6-A7F5-F4B1B39C77BB}" dt="2026-04-18T01:24:29.539" v="1984" actId="47"/>
        <pc:sldMkLst>
          <pc:docMk/>
          <pc:sldMk cId="971995356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5F4EAC28-FF01-D2CB-9200-3074FD385A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CC494A41-BB5A-93A8-C449-40075142E4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6349" y="298877"/>
            <a:ext cx="5899302" cy="5688613"/>
          </a:xfrm>
          <a:prstGeom prst="rect">
            <a:avLst/>
          </a:prstGeom>
        </p:spPr>
      </p:pic>
      <p:pic>
        <p:nvPicPr>
          <p:cNvPr id="9" name="Picture 8" descr="A colorful lines in a black background&#10;&#10;AI-generated content may be incorrect.">
            <a:extLst>
              <a:ext uri="{FF2B5EF4-FFF2-40B4-BE49-F238E27FC236}">
                <a16:creationId xmlns:a16="http://schemas.microsoft.com/office/drawing/2014/main" id="{8FB52488-3682-4C96-04CE-48749D2986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074741" cy="2122657"/>
          </a:xfrm>
          <a:prstGeom prst="rect">
            <a:avLst/>
          </a:prstGeom>
        </p:spPr>
      </p:pic>
      <p:pic>
        <p:nvPicPr>
          <p:cNvPr id="10" name="Picture 9" descr="A colorful lines in a black background&#10;&#10;AI-generated content may be incorrect.">
            <a:extLst>
              <a:ext uri="{FF2B5EF4-FFF2-40B4-BE49-F238E27FC236}">
                <a16:creationId xmlns:a16="http://schemas.microsoft.com/office/drawing/2014/main" id="{8857360B-5F1D-04FF-E13F-3D785AAB3C9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117259" y="0"/>
            <a:ext cx="2074741" cy="2122657"/>
          </a:xfrm>
          <a:prstGeom prst="rect">
            <a:avLst/>
          </a:prstGeom>
        </p:spPr>
      </p:pic>
      <p:pic>
        <p:nvPicPr>
          <p:cNvPr id="12" name="Picture 11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773CDAA0-10AA-1EFE-EB70-E8C282F605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7665106" y="2315460"/>
            <a:ext cx="3692550" cy="5557528"/>
          </a:xfrm>
          <a:prstGeom prst="rect">
            <a:avLst/>
          </a:prstGeom>
        </p:spPr>
      </p:pic>
      <p:pic>
        <p:nvPicPr>
          <p:cNvPr id="13" name="Picture 12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5147C4A4-DA7E-B9AA-A6A1-5B87CA745DD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932489" y="2315460"/>
            <a:ext cx="3692550" cy="55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335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F25C09C2-252C-99CF-D4E9-7F8376B4E8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30">
            <a:extLst>
              <a:ext uri="{FF2B5EF4-FFF2-40B4-BE49-F238E27FC236}">
                <a16:creationId xmlns:a16="http://schemas.microsoft.com/office/drawing/2014/main" id="{34E64832-2A5E-1A03-F2D8-77A19644A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8C36EB-5529-72B2-87F7-9801C49E140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6" name="Picture 5" descr="A black and green text&#10;&#10;AI-generated content may be incorrect.">
            <a:extLst>
              <a:ext uri="{FF2B5EF4-FFF2-40B4-BE49-F238E27FC236}">
                <a16:creationId xmlns:a16="http://schemas.microsoft.com/office/drawing/2014/main" id="{2B71B94E-5DB6-E6A6-19F6-66CFA28291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672" y="6044868"/>
            <a:ext cx="1258694" cy="685800"/>
          </a:xfrm>
          <a:prstGeom prst="rect">
            <a:avLst/>
          </a:prstGeom>
        </p:spPr>
      </p:pic>
      <p:pic>
        <p:nvPicPr>
          <p:cNvPr id="8" name="Picture 7" descr="A neon palm trees on a black background&#10;&#10;AI-generated content may be incorrect.">
            <a:extLst>
              <a:ext uri="{FF2B5EF4-FFF2-40B4-BE49-F238E27FC236}">
                <a16:creationId xmlns:a16="http://schemas.microsoft.com/office/drawing/2014/main" id="{660EAB63-C87F-5C49-92D3-21D245B8209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2885" y="4326821"/>
            <a:ext cx="1834670" cy="292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19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2517DC59-57B1-4150-68F9-9E75A04E12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27CAD4F-DA3D-21BB-5097-199A1DA27C8F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5D4767A-CB43-DDF1-3971-339148541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315" y="1357460"/>
            <a:ext cx="11381889" cy="440231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2706FC-B096-B52E-4615-7DC39DAD9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Picture 6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245DC2D4-2FBF-AFEC-D754-567BF01457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6B09311C-3EEE-265C-50F6-0AE8CFD432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216C1A8A-21A3-6BC9-B0CA-EBFABC8861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188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296C3DA8-1CC1-88D5-7955-D8ED6C16DD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7837765-CF1E-C9F0-AA82-009CE8D83F85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D758C028-5EB7-2425-6974-4392BFCE83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605EC2-969D-A973-3895-6E5041FB40E6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BC5458-4486-FE70-DBF3-3F5730396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4316" y="1349603"/>
            <a:ext cx="5625484" cy="442149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01EA29B-6DEB-BEA0-914D-B70BED13D1F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50721" y="1347708"/>
            <a:ext cx="5625484" cy="442149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C77F62-97E3-8B8B-78D7-984544EAEF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15D83B3-C491-203F-2DB0-9329693271B6}"/>
              </a:ext>
            </a:extLst>
          </p:cNvPr>
          <p:cNvSpPr txBox="1">
            <a:spLocks/>
          </p:cNvSpPr>
          <p:nvPr userDrawn="1"/>
        </p:nvSpPr>
        <p:spPr>
          <a:xfrm>
            <a:off x="394316" y="367259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1" name="Picture 10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F3221F95-BBB5-A601-83A4-6E27975DC5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3ABB2765-2116-E9A2-3BA1-54FD4EF604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B7697F88-A0BC-4C62-6DEF-74EC6130E30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1237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D7898BE0-9729-0FB1-1BA8-2A9E9393A5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CE1917-2129-AD4E-B5E5-CCE43937E8EF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F462C1-2CFF-D0A0-6B38-AB8AFBAE6F5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3963177"/>
            <a:ext cx="11381889" cy="1796600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9B68249-C779-95E6-8347-096090E8A8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51106" y="1347708"/>
            <a:ext cx="5628821" cy="2518929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5B8F2154-FAB8-6148-B867-71F96F3773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06507" y="1347708"/>
            <a:ext cx="5628821" cy="2518929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19CE01EE-CD15-510E-3DC0-54E3575F5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2" name="Picture 1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73ED5F63-2C35-C7A0-69CC-F250111E2C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4E8BBA43-527B-4B15-F1BD-394EC4A0A5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C37661C9-BCF0-F603-932F-A6E1344E9F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0204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206539EF-0D3B-B278-4111-7B2DCBDB25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2D3E31-3732-60F9-BCEB-3F8F1775D361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79F25E-A762-EF06-FD4B-C2B0FC692C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3D06AF-E740-17F1-FABD-186A5F24F6C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1347708"/>
            <a:ext cx="11381889" cy="175915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9A4AA9F0-8950-9B11-B323-EB868A65E59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37983" y="3183603"/>
            <a:ext cx="5628821" cy="259502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A9AD557-FD79-25E6-091F-823A037D903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3384" y="3183603"/>
            <a:ext cx="5628821" cy="259502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2" name="Picture 1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5D4A78A7-11DE-60EE-0EB2-F25AA7A73E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6E6BAA78-D7E6-4831-F9EF-9FE0333EC8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2BD7BAE9-9FB2-49A4-5887-FE29340F18F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4536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DE875AC1-2BB2-3146-8437-F7C64E8764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525CF05-0357-3489-4A18-06BD2CBD25A5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0A905-A4EE-CDDD-2A6B-C7475222E8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915BCC-F1D1-C2EF-6928-13D7487A979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3963176"/>
            <a:ext cx="11381889" cy="18060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EDDDE5A-0B5C-DE40-DB11-7ECFC3CB0C0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2451" y="1358222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86D1CA3-81B6-D575-9ADA-66E89436E03C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32426" y="1347708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5E11FC8-53E7-5FFB-404E-CC2FB9E2EB1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212438" y="1356863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7" name="Picture 6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2D400600-5C21-A7DE-AAD8-DD8075AC23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9C9B00B9-D4E3-C116-272B-E2EE2C07F7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B6A5ED12-E55B-3F40-D639-683BF339DCD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5224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2CC54CD9-DE66-C0B7-50DC-0D7B6EE3A6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199DADF-3E8D-B5C6-CEEE-5D461B0124EF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58BFC4-4E31-2888-F812-62A2B962DF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F95820-6C20-4F94-DDD8-E825B362F33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1347708"/>
            <a:ext cx="11381889" cy="175915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7187696-4112-ED8D-1C60-7ADC2672CE5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2451" y="3209036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233FA28F-BE9A-BE71-1D57-A205E28D420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32426" y="3198522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275704D-EFE8-1909-BFE1-CAC28334142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212438" y="3207677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7" name="Picture 6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25E4A0F1-7F81-002A-8AD7-31AC64964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1BDDAB6D-C7A1-36A0-FEC5-B8184D4080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E0906355-9B50-0A83-8825-78AB7FC273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4662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Subtitle 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A1C50980-14D9-863B-1418-CD159FC15D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C165AB-4E55-4EEA-EA0B-775EAED50E73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70F513F-4F4E-BFBF-DE4B-21F592BBC76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056199" y="1347708"/>
            <a:ext cx="6036643" cy="4421495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B14CE42-4C50-3788-F472-3BF58358B155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94316" y="1347708"/>
            <a:ext cx="2570148" cy="2162873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7433F95-E050-2FC7-892D-F468C8DB83D4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4316" y="3578624"/>
            <a:ext cx="2570148" cy="2162873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40198F9-6632-99BA-A505-76ECD1470727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9206057" y="1347708"/>
            <a:ext cx="2570148" cy="2162873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2610093-46F8-9D87-110A-7D7D72C35237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9206057" y="3578624"/>
            <a:ext cx="2570148" cy="2162873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F4D8FC9-8A7C-3F80-10EF-B41A612AC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Picture 6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6B9AD5CB-E6F9-7EE2-63DD-6A04033D9D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3A4D01E8-09A8-FBCB-A18C-59BAB227A3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CAD96E46-DB04-44C8-F1E8-8A6C8EEC564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1082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FFA492FD-5C7C-4D04-0DEE-67A2D7B38F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DFDF99-BF4E-F480-A094-3DD4CC94DEF9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854EEB-977D-57C9-827F-0F27D4A454D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94316" y="1347708"/>
            <a:ext cx="4301971" cy="4449802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A482B45-889F-5142-BC0F-D45E525DF049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810926" y="1352141"/>
            <a:ext cx="2570148" cy="2176720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7CDB073-0680-7F55-1F46-B744F046286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810926" y="3633699"/>
            <a:ext cx="2570148" cy="212607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525C6F3-1234-EE7F-022F-A09807F53B3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78697" y="1347708"/>
            <a:ext cx="4301971" cy="4449802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90155F-2B43-0D59-44DE-6746CC87E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Picture 6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A7487284-A98A-A3AD-018C-5CEC354FB4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8093D8CD-812F-F985-25B9-4D82D17206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89736CC2-CA9D-6AA7-1973-F2F88EB09F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6376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291840" y="266855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2943D-7B16-B6C5-5304-D5B0ED879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57B535"/>
                </a:solidFill>
                <a:effectLst>
                  <a:glow rad="139700">
                    <a:srgbClr val="57B535">
                      <a:alpha val="32000"/>
                    </a:srgbClr>
                  </a:glow>
                </a:effectLst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Assets</a:t>
            </a:r>
          </a:p>
        </p:txBody>
      </p:sp>
    </p:spTree>
    <p:extLst>
      <p:ext uri="{BB962C8B-B14F-4D97-AF65-F5344CB8AC3E}">
        <p14:creationId xmlns:p14="http://schemas.microsoft.com/office/powerpoint/2010/main" val="111827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5B7E9-8EA7-88AC-CDDC-5E81BBB8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3C6FC-51FE-80FC-BA42-121E4A268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28646-EEDB-4412-5DEC-0955445A6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F657A-ACF9-4E40-A2DA-3323CFDC064A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4D493-2110-A893-929D-F273EB9DB5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08D4F-B5C1-966A-1FDE-A22812AF2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DF7C2-04DF-C149-BAB4-89733FA27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82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ynamics365/business-central/dev-itpro/developer/devenv-creating-and-interacting-with-odatav4-bound-action" TargetMode="External"/><Relationship Id="rId2" Type="http://schemas.openxmlformats.org/officeDocument/2006/relationships/hyperlink" Target="https://learn.microsoft.com/en-us/dynamics365/business-central/dev-itpro/developer/devenv-api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https://github.com/KieranSSweeney/BCAPIDemonstr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33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90374-3867-A37A-E0C6-95B5230A6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Page Integrations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B8604-F70A-CDBA-977C-B7E5E663C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Kieran Sweeney, Morcadium LLC</a:t>
            </a:r>
          </a:p>
        </p:txBody>
      </p:sp>
    </p:spTree>
    <p:extLst>
      <p:ext uri="{BB962C8B-B14F-4D97-AF65-F5344CB8AC3E}">
        <p14:creationId xmlns:p14="http://schemas.microsoft.com/office/powerpoint/2010/main" val="1658029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F08B8D-7C44-69C3-72CD-F98A57F40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Intro</a:t>
            </a:r>
          </a:p>
          <a:p>
            <a:r>
              <a:rPr lang="en-US" sz="3600" dirty="0"/>
              <a:t>Why API?</a:t>
            </a:r>
          </a:p>
          <a:p>
            <a:r>
              <a:rPr lang="en-US" sz="3600" dirty="0"/>
              <a:t>Legacy Web Services</a:t>
            </a:r>
          </a:p>
          <a:p>
            <a:r>
              <a:rPr lang="en-US" sz="3600" dirty="0"/>
              <a:t>API Pages/Queries</a:t>
            </a:r>
          </a:p>
          <a:p>
            <a:r>
              <a:rPr lang="en-US" sz="3600" dirty="0"/>
              <a:t>Bound –vs– Unbound Actions</a:t>
            </a:r>
          </a:p>
          <a:p>
            <a:r>
              <a:rPr lang="en-US" sz="3600" dirty="0"/>
              <a:t>Demo Time!</a:t>
            </a:r>
          </a:p>
          <a:p>
            <a:r>
              <a:rPr lang="en-US" sz="3600" dirty="0"/>
              <a:t>Resources/Q&amp;A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A70CD2-3388-90FF-17BD-5194E11FD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4" name="Picture 3" descr="A group of playing cards with neon lights&#10;&#10;AI-generated content may be incorrect.">
            <a:extLst>
              <a:ext uri="{FF2B5EF4-FFF2-40B4-BE49-F238E27FC236}">
                <a16:creationId xmlns:a16="http://schemas.microsoft.com/office/drawing/2014/main" id="{81352CAF-3C78-2E02-1C35-0DC4E02DCE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448" y="1357460"/>
            <a:ext cx="4545499" cy="2587816"/>
          </a:xfrm>
          <a:prstGeom prst="rect">
            <a:avLst/>
          </a:prstGeom>
        </p:spPr>
      </p:pic>
      <p:pic>
        <p:nvPicPr>
          <p:cNvPr id="5" name="Picture 4" descr="A blue and yellow casino chip&#10;&#10;AI-generated content may be incorrect.">
            <a:extLst>
              <a:ext uri="{FF2B5EF4-FFF2-40B4-BE49-F238E27FC236}">
                <a16:creationId xmlns:a16="http://schemas.microsoft.com/office/drawing/2014/main" id="{C97ACB75-26F5-1AEF-21AD-6D9EF30C51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135" y="3923828"/>
            <a:ext cx="1826057" cy="1828800"/>
          </a:xfrm>
          <a:prstGeom prst="rect">
            <a:avLst/>
          </a:prstGeom>
        </p:spPr>
      </p:pic>
      <p:pic>
        <p:nvPicPr>
          <p:cNvPr id="6" name="Picture 5" descr="A neon green neon dice&#10;&#10;AI-generated content may be incorrect.">
            <a:extLst>
              <a:ext uri="{FF2B5EF4-FFF2-40B4-BE49-F238E27FC236}">
                <a16:creationId xmlns:a16="http://schemas.microsoft.com/office/drawing/2014/main" id="{8674B67C-0DC4-FC0B-7DBB-FD9091A855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5416" y="4163152"/>
            <a:ext cx="1437437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77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F531F59-E6E9-8FCF-979B-2D2F2EBCD3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" r="1540" b="4"/>
          <a:stretch>
            <a:fillRect/>
          </a:stretch>
        </p:blipFill>
        <p:spPr>
          <a:xfrm>
            <a:off x="394316" y="1347708"/>
            <a:ext cx="4301971" cy="4449802"/>
          </a:xfrm>
          <a:noFill/>
        </p:spPr>
      </p:pic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9BE2B6F7-FF95-065C-6180-A147FE62420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810926" y="1309975"/>
            <a:ext cx="6352374" cy="4449802"/>
          </a:xfrm>
        </p:spPr>
        <p:txBody>
          <a:bodyPr>
            <a:normAutofit/>
          </a:bodyPr>
          <a:lstStyle/>
          <a:p>
            <a:r>
              <a:rPr lang="en-US" sz="3200" dirty="0"/>
              <a:t>Accounting since 2008</a:t>
            </a:r>
          </a:p>
          <a:p>
            <a:r>
              <a:rPr lang="en-US" sz="3200" dirty="0"/>
              <a:t>Consulting since 2016</a:t>
            </a:r>
          </a:p>
          <a:p>
            <a:r>
              <a:rPr lang="en-US" sz="3200" b="1" dirty="0"/>
              <a:t>⌂</a:t>
            </a:r>
            <a:r>
              <a:rPr lang="en-US" sz="3200" dirty="0"/>
              <a:t>: MD/VA/WV </a:t>
            </a:r>
            <a:r>
              <a:rPr lang="en-US" sz="3200" dirty="0">
                <a:sym typeface="Wingdings" panose="05000000000000000000" pitchFamily="2" charset="2"/>
              </a:rPr>
              <a:t> </a:t>
            </a:r>
            <a:r>
              <a:rPr lang="en-US" sz="3200" dirty="0"/>
              <a:t>CO</a:t>
            </a:r>
          </a:p>
          <a:p>
            <a:r>
              <a:rPr lang="en-US" sz="3200" dirty="0"/>
              <a:t>Hobbies:</a:t>
            </a:r>
          </a:p>
          <a:p>
            <a:pPr lvl="1"/>
            <a:r>
              <a:rPr lang="en-US" sz="2800" dirty="0"/>
              <a:t>Biking</a:t>
            </a:r>
          </a:p>
          <a:p>
            <a:pPr lvl="1"/>
            <a:r>
              <a:rPr lang="en-US" sz="2800" dirty="0"/>
              <a:t>Hiking</a:t>
            </a:r>
          </a:p>
          <a:p>
            <a:pPr lvl="1"/>
            <a:r>
              <a:rPr lang="en-US" sz="2800" dirty="0"/>
              <a:t>Piano</a:t>
            </a:r>
          </a:p>
          <a:p>
            <a:pPr lvl="1"/>
            <a:r>
              <a:rPr lang="en-US" sz="2800" dirty="0"/>
              <a:t>Photography</a:t>
            </a: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A2543499-5913-B817-9023-0484D37A7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</p:spPr>
        <p:txBody>
          <a:bodyPr anchor="ctr">
            <a:normAutofit/>
          </a:bodyPr>
          <a:lstStyle/>
          <a:p>
            <a:r>
              <a:rPr lang="en-US" dirty="0"/>
              <a:t>Intro</a:t>
            </a:r>
          </a:p>
        </p:txBody>
      </p:sp>
      <p:pic>
        <p:nvPicPr>
          <p:cNvPr id="2" name="Picture 1" descr="A pink heart on a black background&#10;&#10;AI-generated content may be incorrect.">
            <a:extLst>
              <a:ext uri="{FF2B5EF4-FFF2-40B4-BE49-F238E27FC236}">
                <a16:creationId xmlns:a16="http://schemas.microsoft.com/office/drawing/2014/main" id="{8F48FED0-15B0-15F6-73C6-BE59B16469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040" y="4321280"/>
            <a:ext cx="124495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943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AAAECC-1E94-D407-4AB2-5A2641DD9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4000" dirty="0"/>
              <a:t>Application Programming Interface </a:t>
            </a:r>
            <a:r>
              <a:rPr lang="en-US" sz="4000" dirty="0">
                <a:sym typeface="Wingdings" panose="05000000000000000000" pitchFamily="2" charset="2"/>
              </a:rPr>
              <a:t> Integrations</a:t>
            </a:r>
          </a:p>
          <a:p>
            <a:pPr lvl="1"/>
            <a:r>
              <a:rPr lang="en-US" sz="3600" dirty="0"/>
              <a:t>Dictates how external apps interact with your system</a:t>
            </a:r>
          </a:p>
          <a:p>
            <a:pPr lvl="1"/>
            <a:endParaRPr lang="en-US" sz="3600" dirty="0"/>
          </a:p>
          <a:p>
            <a:r>
              <a:rPr lang="en-US" sz="4000" dirty="0"/>
              <a:t>Markers of a good API:</a:t>
            </a:r>
          </a:p>
          <a:p>
            <a:pPr lvl="1"/>
            <a:r>
              <a:rPr lang="en-US" sz="3600" dirty="0"/>
              <a:t>Security</a:t>
            </a:r>
          </a:p>
          <a:p>
            <a:pPr lvl="1"/>
            <a:r>
              <a:rPr lang="en-US" sz="3600" dirty="0"/>
              <a:t>Stability</a:t>
            </a:r>
          </a:p>
          <a:p>
            <a:pPr lvl="1"/>
            <a:r>
              <a:rPr lang="en-US" sz="3600" dirty="0"/>
              <a:t>Scalability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A30F406-F8F3-BE76-EE67-03AA69A15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API?</a:t>
            </a:r>
          </a:p>
        </p:txBody>
      </p:sp>
      <p:pic>
        <p:nvPicPr>
          <p:cNvPr id="8" name="Picture 7" descr="A card with a diamond in it&#10;&#10;AI-generated content may be incorrect.">
            <a:extLst>
              <a:ext uri="{FF2B5EF4-FFF2-40B4-BE49-F238E27FC236}">
                <a16:creationId xmlns:a16="http://schemas.microsoft.com/office/drawing/2014/main" id="{4F130CF4-7635-06AB-7CBC-30F694ECB6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8540" y="4313598"/>
            <a:ext cx="124449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224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5A521A3-5EBE-AC68-ADFC-AD39AED11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Originated from the before times (NAV).</a:t>
            </a:r>
          </a:p>
          <a:p>
            <a:r>
              <a:rPr lang="en-US" sz="4000" dirty="0"/>
              <a:t>Stability Concerns:</a:t>
            </a:r>
          </a:p>
          <a:p>
            <a:pPr lvl="1"/>
            <a:r>
              <a:rPr lang="en-US" sz="3600" dirty="0"/>
              <a:t>Can be renamed</a:t>
            </a:r>
          </a:p>
          <a:p>
            <a:pPr lvl="1"/>
            <a:r>
              <a:rPr lang="en-US" sz="3600" dirty="0"/>
              <a:t>Can be published/unpublished</a:t>
            </a:r>
          </a:p>
          <a:p>
            <a:r>
              <a:rPr lang="en-US" sz="4000" dirty="0"/>
              <a:t>Should only be used to deploy Codeunits (unbound actions)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08127-FCB5-64FB-51EF-3FC19F52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Services: Legacy Connections</a:t>
            </a:r>
          </a:p>
        </p:txBody>
      </p:sp>
      <p:pic>
        <p:nvPicPr>
          <p:cNvPr id="6" name="Picture 5" descr="A card with a neon light&#10;&#10;AI-generated content may be incorrect.">
            <a:extLst>
              <a:ext uri="{FF2B5EF4-FFF2-40B4-BE49-F238E27FC236}">
                <a16:creationId xmlns:a16="http://schemas.microsoft.com/office/drawing/2014/main" id="{C04DF57A-4FC2-01B3-10A1-BA79C2A6C0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051" y="4276148"/>
            <a:ext cx="124495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234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F50E26-4B82-1BCC-C7B6-10BE182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Bound Actions</a:t>
            </a:r>
          </a:p>
          <a:p>
            <a:pPr lvl="1"/>
            <a:r>
              <a:rPr lang="en-US" sz="2800" dirty="0">
                <a:solidFill>
                  <a:schemeClr val="accent1"/>
                </a:solidFill>
              </a:rPr>
              <a:t>Related to a specific Record.</a:t>
            </a:r>
          </a:p>
          <a:p>
            <a:pPr lvl="1"/>
            <a:r>
              <a:rPr lang="en-US" sz="2800" dirty="0">
                <a:solidFill>
                  <a:schemeClr val="accent1"/>
                </a:solidFill>
              </a:rPr>
              <a:t>Used from API Pages</a:t>
            </a:r>
          </a:p>
          <a:p>
            <a:pPr lvl="1"/>
            <a:endParaRPr lang="en-US" sz="2800" dirty="0"/>
          </a:p>
          <a:p>
            <a:r>
              <a:rPr lang="en-US" sz="3200" b="1" dirty="0">
                <a:solidFill>
                  <a:srgbClr val="C00000"/>
                </a:solidFill>
              </a:rPr>
              <a:t>Unbound Actions</a:t>
            </a:r>
          </a:p>
          <a:p>
            <a:pPr lvl="1"/>
            <a:r>
              <a:rPr lang="en-US" sz="2800" b="1" dirty="0">
                <a:solidFill>
                  <a:srgbClr val="C00000"/>
                </a:solidFill>
              </a:rPr>
              <a:t>Not </a:t>
            </a:r>
            <a:r>
              <a:rPr lang="en-US" sz="2800" dirty="0">
                <a:solidFill>
                  <a:srgbClr val="C00000"/>
                </a:solidFill>
              </a:rPr>
              <a:t>related to a specific Record.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Used from Codeunits deployed over Web Services.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Support more complex JSON payloads/parameters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3F7A869-E710-2267-08DC-C674EAFCE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 –vs– Unbound Actions</a:t>
            </a:r>
          </a:p>
        </p:txBody>
      </p:sp>
      <p:pic>
        <p:nvPicPr>
          <p:cNvPr id="9" name="Picture 8" descr="A neon green neon dice&#10;&#10;AI-generated content may be incorrect.">
            <a:extLst>
              <a:ext uri="{FF2B5EF4-FFF2-40B4-BE49-F238E27FC236}">
                <a16:creationId xmlns:a16="http://schemas.microsoft.com/office/drawing/2014/main" id="{CFA24FD0-3F9E-AF4E-A6A8-8DF40E3CB9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620" y="4814740"/>
            <a:ext cx="1437437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743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E132C-B69D-F7B0-633D-6976148F6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646729-ED5B-C6A1-D5B5-791E88AD8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AL:</a:t>
            </a:r>
            <a:r>
              <a:rPr lang="en-US" sz="4000" dirty="0"/>
              <a:t> Code Review</a:t>
            </a:r>
          </a:p>
          <a:p>
            <a:r>
              <a:rPr lang="en-US" sz="4000" b="1" dirty="0"/>
              <a:t>Azure: </a:t>
            </a:r>
            <a:r>
              <a:rPr lang="en-US" sz="4000" dirty="0"/>
              <a:t>App Registration/Client Secret</a:t>
            </a:r>
          </a:p>
          <a:p>
            <a:r>
              <a:rPr lang="en-US" sz="4000" b="1" dirty="0"/>
              <a:t>BC: </a:t>
            </a:r>
            <a:r>
              <a:rPr lang="en-US" sz="4000" dirty="0"/>
              <a:t>Azure Applications</a:t>
            </a:r>
          </a:p>
          <a:p>
            <a:r>
              <a:rPr lang="en-US" sz="4000" dirty="0"/>
              <a:t>Example Usage:</a:t>
            </a:r>
          </a:p>
          <a:p>
            <a:pPr lvl="1"/>
            <a:r>
              <a:rPr lang="en-US" sz="3600" dirty="0"/>
              <a:t>Power Automate</a:t>
            </a:r>
          </a:p>
          <a:p>
            <a:pPr lvl="1"/>
            <a:r>
              <a:rPr lang="en-US" sz="3600" dirty="0"/>
              <a:t>HTTPS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216F8DE-A00F-B884-9B73-528359428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Time!</a:t>
            </a:r>
          </a:p>
        </p:txBody>
      </p:sp>
      <p:pic>
        <p:nvPicPr>
          <p:cNvPr id="3" name="Picture 2" descr="A blue and yellow casino chip&#10;&#10;AI-generated content may be incorrect.">
            <a:extLst>
              <a:ext uri="{FF2B5EF4-FFF2-40B4-BE49-F238E27FC236}">
                <a16:creationId xmlns:a16="http://schemas.microsoft.com/office/drawing/2014/main" id="{0DAC7B85-6740-CF6A-E68E-07E69DBD7C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847" y="4240700"/>
            <a:ext cx="1826057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387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DD532-AC7C-619C-B483-9A1CFA2EA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0C679C-5D04-4DAD-5D2B-853598662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Microsoft Learn:</a:t>
            </a:r>
          </a:p>
          <a:p>
            <a:pPr lvl="1"/>
            <a:r>
              <a:rPr lang="en-US" dirty="0">
                <a:hlinkClick r:id="rId2"/>
              </a:rPr>
              <a:t> API Development Overview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Creating and Interacting with an OData V4 Bound Action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927C2F8-D2DD-CEC6-B86A-D03A24A21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Resources/Q&amp;A</a:t>
            </a:r>
          </a:p>
        </p:txBody>
      </p:sp>
      <p:pic>
        <p:nvPicPr>
          <p:cNvPr id="3" name="Picture 2">
            <a:hlinkClick r:id="rId4"/>
            <a:extLst>
              <a:ext uri="{FF2B5EF4-FFF2-40B4-BE49-F238E27FC236}">
                <a16:creationId xmlns:a16="http://schemas.microsoft.com/office/drawing/2014/main" id="{75DF885D-5883-021E-1638-50E6AF807E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978" y="2836317"/>
            <a:ext cx="3261761" cy="3261761"/>
          </a:xfrm>
          <a:prstGeom prst="rect">
            <a:avLst/>
          </a:prstGeom>
        </p:spPr>
      </p:pic>
      <p:pic>
        <p:nvPicPr>
          <p:cNvPr id="4" name="Picture 3" descr="A group of neon lights&#10;&#10;AI-generated content may be incorrect.">
            <a:extLst>
              <a:ext uri="{FF2B5EF4-FFF2-40B4-BE49-F238E27FC236}">
                <a16:creationId xmlns:a16="http://schemas.microsoft.com/office/drawing/2014/main" id="{61B96D9F-E0EA-653B-ED0B-EFFE5FE6EEA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558" y="3279118"/>
            <a:ext cx="4364720" cy="248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024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EFDC198DA1424AA2DE7340ED8C291E" ma:contentTypeVersion="20" ma:contentTypeDescription="Create a new document." ma:contentTypeScope="" ma:versionID="e17e278717a8b3a9d1b0341905e9f118">
  <xsd:schema xmlns:xsd="http://www.w3.org/2001/XMLSchema" xmlns:xs="http://www.w3.org/2001/XMLSchema" xmlns:p="http://schemas.microsoft.com/office/2006/metadata/properties" xmlns:ns2="6fe25bdf-ae0e-48a7-b6e5-bc8a1849b98e" xmlns:ns3="518ec24c-f428-4057-9a36-4cb948a7b407" targetNamespace="http://schemas.microsoft.com/office/2006/metadata/properties" ma:root="true" ma:fieldsID="64d06730524467017972f768cafcd2f5" ns2:_="" ns3:_="">
    <xsd:import namespace="6fe25bdf-ae0e-48a7-b6e5-bc8a1849b98e"/>
    <xsd:import namespace="518ec24c-f428-4057-9a36-4cb948a7b40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e25bdf-ae0e-48a7-b6e5-bc8a1849b98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4419aa8-21d6-4bea-8eac-28a8efdd9d04}" ma:internalName="TaxCatchAll" ma:showField="CatchAllData" ma:web="6fe25bdf-ae0e-48a7-b6e5-bc8a1849b9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8ec24c-f428-4057-9a36-4cb948a7b4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37c3b37-2320-48ce-b319-ec387555f3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8ec24c-f428-4057-9a36-4cb948a7b407">
      <Terms xmlns="http://schemas.microsoft.com/office/infopath/2007/PartnerControls"/>
    </lcf76f155ced4ddcb4097134ff3c332f>
    <TaxCatchAll xmlns="6fe25bdf-ae0e-48a7-b6e5-bc8a1849b98e" xsi:nil="true"/>
  </documentManagement>
</p:properties>
</file>

<file path=customXml/itemProps1.xml><?xml version="1.0" encoding="utf-8"?>
<ds:datastoreItem xmlns:ds="http://schemas.openxmlformats.org/officeDocument/2006/customXml" ds:itemID="{CCCC9168-1AF7-4F22-A7E1-AA5CA9871E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04DCF2-D9D4-4703-8D0D-9BA35C49A00B}">
  <ds:schemaRefs>
    <ds:schemaRef ds:uri="518ec24c-f428-4057-9a36-4cb948a7b407"/>
    <ds:schemaRef ds:uri="6fe25bdf-ae0e-48a7-b6e5-bc8a1849b9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97B75BE-6E85-4BC9-B65E-BA5D0420B3C8}">
  <ds:schemaRefs>
    <ds:schemaRef ds:uri="http://schemas.microsoft.com/office/2006/documentManagement/types"/>
    <ds:schemaRef ds:uri="http://purl.org/dc/terms/"/>
    <ds:schemaRef ds:uri="6fe25bdf-ae0e-48a7-b6e5-bc8a1849b98e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518ec24c-f428-4057-9a36-4cb948a7b407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1466</TotalTime>
  <Words>204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Open Sans ExtraBold</vt:lpstr>
      <vt:lpstr>Open Sans Light</vt:lpstr>
      <vt:lpstr>Open Sans SemiBold</vt:lpstr>
      <vt:lpstr>Wingdings</vt:lpstr>
      <vt:lpstr>Office Theme</vt:lpstr>
      <vt:lpstr>PowerPoint Presentation</vt:lpstr>
      <vt:lpstr>API Page Integrations</vt:lpstr>
      <vt:lpstr>Agenda</vt:lpstr>
      <vt:lpstr>Intro</vt:lpstr>
      <vt:lpstr>Why API?</vt:lpstr>
      <vt:lpstr>Web Services: Legacy Connections</vt:lpstr>
      <vt:lpstr>Bound –vs– Unbound Actions</vt:lpstr>
      <vt:lpstr>Demo Time!</vt:lpstr>
      <vt:lpstr>Resources/Q&amp;A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 Bishop</dc:creator>
  <cp:lastModifiedBy>Kieran Sweeney</cp:lastModifiedBy>
  <cp:revision>19</cp:revision>
  <dcterms:created xsi:type="dcterms:W3CDTF">2025-01-23T18:40:19Z</dcterms:created>
  <dcterms:modified xsi:type="dcterms:W3CDTF">2026-04-18T01:28:24Z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0x01010040EFDC198DA1424AA2DE7340ED8C291E</vt:lpwstr>
  </property>
  <property fmtid="{D5CDD505-2E9C-101B-9397-08002B2CF9AE}" pid="3" name="MediaServiceImageTags">
    <vt:lpwstr/>
  </property>
</Properties>
</file>